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96161" r:id="rId4"/>
  </p:sldMasterIdLst>
  <p:notesMasterIdLst>
    <p:notesMasterId r:id="rId12"/>
  </p:notesMasterIdLst>
  <p:handoutMasterIdLst>
    <p:handoutMasterId r:id="rId13"/>
  </p:handoutMasterIdLst>
  <p:sldIdLst>
    <p:sldId id="257" r:id="rId5"/>
    <p:sldId id="2141" r:id="rId6"/>
    <p:sldId id="2145" r:id="rId7"/>
    <p:sldId id="2142" r:id="rId8"/>
    <p:sldId id="2143" r:id="rId9"/>
    <p:sldId id="2144" r:id="rId10"/>
    <p:sldId id="2133" r:id="rId11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Estilo medio 4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539" autoAdjust="0"/>
  </p:normalViewPr>
  <p:slideViewPr>
    <p:cSldViewPr snapToGrid="0">
      <p:cViewPr varScale="1">
        <p:scale>
          <a:sx n="101" d="100"/>
          <a:sy n="101" d="100"/>
        </p:scale>
        <p:origin x="91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8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ul Perez" userId="ffc09acbcedd941c" providerId="LiveId" clId="{FFD8C534-C5EE-45A8-915F-5A6E23399F82}"/>
    <pc:docChg chg="modSld">
      <pc:chgData name="Raul Perez" userId="ffc09acbcedd941c" providerId="LiveId" clId="{FFD8C534-C5EE-45A8-915F-5A6E23399F82}" dt="2026-09-04T19:10:09.043" v="0" actId="1076"/>
      <pc:docMkLst>
        <pc:docMk/>
      </pc:docMkLst>
      <pc:sldChg chg="modSp mod">
        <pc:chgData name="Raul Perez" userId="ffc09acbcedd941c" providerId="LiveId" clId="{FFD8C534-C5EE-45A8-915F-5A6E23399F82}" dt="2026-09-04T19:10:09.043" v="0" actId="1076"/>
        <pc:sldMkLst>
          <pc:docMk/>
          <pc:sldMk cId="3243676694" sldId="2144"/>
        </pc:sldMkLst>
        <pc:picChg chg="mod">
          <ac:chgData name="Raul Perez" userId="ffc09acbcedd941c" providerId="LiveId" clId="{FFD8C534-C5EE-45A8-915F-5A6E23399F82}" dt="2026-09-04T19:10:09.043" v="0" actId="1076"/>
          <ac:picMkLst>
            <pc:docMk/>
            <pc:sldMk cId="3243676694" sldId="2144"/>
            <ac:picMk id="4" creationId="{4500D5FA-9399-BF6F-6D64-3DDF1EB18FC6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8C67744A-8F59-82FF-F80D-FE85E3AB0F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113EFD0-2947-6A89-A8EA-3C62404AEF6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300DA1-8BF7-4F51-A5DA-888228B82EFA}" type="datetimeFigureOut">
              <a:rPr lang="es-PE" smtClean="0"/>
              <a:t>4/09/2026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A762C72-821D-8E34-DB32-3BE46C5850B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615827C-1985-037B-CD52-300F60C39A0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7C221D-11DA-4914-A67E-0BACD156C765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451397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C54FCD-88AC-4B16-BB16-3778F415FB37}" type="datetimeFigureOut">
              <a:rPr lang="es-PE" smtClean="0"/>
              <a:t>4/09/2026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D5488-DB44-4E06-B0F3-718EEB1D3B9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26456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1585 galones</a:t>
            </a:r>
            <a:endParaRPr lang="es-PE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5D5488-DB44-4E06-B0F3-718EEB1D3B9C}" type="slidenum">
              <a:rPr lang="es-PE" smtClean="0"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891896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7314D-BBB9-304A-C2E5-C6C044CDE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FDDCB2A-E7D7-AE6A-AB2B-3FB7F0B025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8A47C84-4BF3-153D-1B25-376F6A26CD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1585 galones</a:t>
            </a:r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04F60A-D534-7161-96E2-EAD3CFF677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5D5488-DB44-4E06-B0F3-718EEB1D3B9C}" type="slidenum">
              <a:rPr lang="es-PE" smtClean="0"/>
              <a:t>3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377926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6AC6C-E15C-AAB8-08C1-184449EB8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8A70DDD-BF50-93EE-B449-1711A281DE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9ED56BC-68F0-5955-85C2-C8DEA9173D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AF30F80-233A-FB94-F991-AB6282379C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5D5488-DB44-4E06-B0F3-718EEB1D3B9C}" type="slidenum">
              <a:rPr lang="es-PE" smtClean="0"/>
              <a:t>4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459337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69DB2-0D20-63F6-0440-218C366C4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CA98D18-AC4F-F588-B91C-0AA69B46D7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5BC974E-8F50-E740-A22A-26FF796694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753FE14-ABC2-531F-6AFF-D1CE264FAC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5D5488-DB44-4E06-B0F3-718EEB1D3B9C}" type="slidenum">
              <a:rPr lang="es-PE" smtClean="0"/>
              <a:t>5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33162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06452" y="2417481"/>
            <a:ext cx="8479931" cy="1869640"/>
          </a:xfrm>
        </p:spPr>
        <p:txBody>
          <a:bodyPr anchor="t" anchorCtr="0">
            <a:noAutofit/>
          </a:bodyPr>
          <a:lstStyle>
            <a:lvl1pPr algn="l">
              <a:defRPr sz="4267" b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6452" y="4287122"/>
            <a:ext cx="8479931" cy="796863"/>
          </a:xfrm>
        </p:spPr>
        <p:txBody>
          <a:bodyPr lIns="0">
            <a:no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3200" b="1" baseline="0">
                <a:solidFill>
                  <a:schemeClr val="tx1"/>
                </a:solidFill>
                <a:latin typeface="+mj-lt"/>
              </a:defRPr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24766A-65AA-400C-8EF5-033BEAC2EF6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06452" y="5084233"/>
            <a:ext cx="4331928" cy="795867"/>
          </a:xfrm>
        </p:spPr>
        <p:txBody>
          <a:bodyPr lIns="36000"/>
          <a:lstStyle>
            <a:lvl1pPr marL="0" indent="0">
              <a:spcBef>
                <a:spcPts val="0"/>
              </a:spcBef>
              <a:buNone/>
              <a:defRPr sz="1600" b="1">
                <a:solidFill>
                  <a:schemeClr val="tx1"/>
                </a:solidFill>
              </a:defRPr>
            </a:lvl1pPr>
            <a:lvl2pPr marL="0" indent="0">
              <a:buNone/>
              <a:defRPr sz="1600" b="1">
                <a:solidFill>
                  <a:schemeClr val="tx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pic>
        <p:nvPicPr>
          <p:cNvPr id="11" name="Imagen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9568" y="5990832"/>
            <a:ext cx="2354477" cy="462819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7572" y="355924"/>
            <a:ext cx="4586189" cy="139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923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46305"/>
            <a:ext cx="11667744" cy="54752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032" y="864000"/>
            <a:ext cx="11667744" cy="530185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01760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number li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46305"/>
            <a:ext cx="11667744" cy="54752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032" y="864000"/>
            <a:ext cx="11667744" cy="5301851"/>
          </a:xfrm>
        </p:spPr>
        <p:txBody>
          <a:bodyPr/>
          <a:lstStyle>
            <a:lvl1pPr marL="239994" indent="-239994">
              <a:buSzPct val="100000"/>
              <a:buFont typeface="+mj-lt"/>
              <a:buAutoNum type="arabicPeriod"/>
              <a:defRPr>
                <a:solidFill>
                  <a:schemeClr val="tx1"/>
                </a:solidFill>
              </a:defRPr>
            </a:lvl1pPr>
            <a:lvl2pPr marL="479988" indent="-239994">
              <a:buFont typeface="+mj-lt"/>
              <a:buAutoNum type="alphaLcPeriod"/>
              <a:defRPr>
                <a:solidFill>
                  <a:schemeClr val="tx1"/>
                </a:solidFill>
              </a:defRPr>
            </a:lvl2pPr>
            <a:lvl3pPr marL="671983" indent="-191995">
              <a:buFont typeface="+mj-lt"/>
              <a:buAutoNum type="romanLcPeriod"/>
              <a:defRPr>
                <a:solidFill>
                  <a:schemeClr val="tx1"/>
                </a:solidFill>
              </a:defRPr>
            </a:lvl3pPr>
            <a:lvl4pPr marL="911977" indent="-191995">
              <a:buFont typeface="+mj-lt"/>
              <a:buAutoNum type="romanLcPeriod"/>
              <a:defRPr>
                <a:solidFill>
                  <a:schemeClr val="tx1"/>
                </a:solidFill>
              </a:defRPr>
            </a:lvl4pPr>
            <a:lvl5pPr marL="1055974" indent="-143996">
              <a:buFont typeface="+mj-lt"/>
              <a:buAutoNum type="romanLcPeriod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81232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9CBAC0A-55B6-4BBD-9C8A-0312FD200B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7680" y="1002083"/>
            <a:ext cx="11197883" cy="2426917"/>
          </a:xfrm>
        </p:spPr>
        <p:txBody>
          <a:bodyPr anchor="b" anchorCtr="0">
            <a:noAutofit/>
          </a:bodyPr>
          <a:lstStyle>
            <a:lvl1pPr marL="0" indent="0" algn="ctr">
              <a:buNone/>
              <a:defRPr sz="3733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79D6834-D149-40C7-98C4-9694CB8C3A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7680" y="3718145"/>
            <a:ext cx="11197883" cy="2060356"/>
          </a:xfrm>
        </p:spPr>
        <p:txBody>
          <a:bodyPr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64566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1F54CF-8A67-48CE-83B8-57E84A36125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733114"/>
            <a:ext cx="12192000" cy="543273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D47AFF7-DB9F-4565-8DA3-2FC02AFC07A3}"/>
              </a:ext>
            </a:extLst>
          </p:cNvPr>
          <p:cNvSpPr/>
          <p:nvPr/>
        </p:nvSpPr>
        <p:spPr>
          <a:xfrm>
            <a:off x="487680" y="1620034"/>
            <a:ext cx="11338560" cy="3490585"/>
          </a:xfrm>
          <a:prstGeom prst="ellipse">
            <a:avLst/>
          </a:prstGeom>
          <a:gradFill flip="none" rotWithShape="1">
            <a:gsLst>
              <a:gs pos="25000">
                <a:schemeClr val="bg1"/>
              </a:gs>
              <a:gs pos="7500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02BC936-8B3D-4D5C-91BF-60560E3FA9EC}"/>
              </a:ext>
            </a:extLst>
          </p:cNvPr>
          <p:cNvSpPr/>
          <p:nvPr/>
        </p:nvSpPr>
        <p:spPr>
          <a:xfrm>
            <a:off x="487680" y="1465360"/>
            <a:ext cx="11338560" cy="3490585"/>
          </a:xfrm>
          <a:prstGeom prst="ellipse">
            <a:avLst/>
          </a:prstGeom>
          <a:gradFill flip="none" rotWithShape="1">
            <a:gsLst>
              <a:gs pos="25000">
                <a:schemeClr val="bg1"/>
              </a:gs>
              <a:gs pos="75000">
                <a:schemeClr val="bg1">
                  <a:alpha val="50000"/>
                </a:schemeClr>
              </a:gs>
              <a:gs pos="100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effectLst>
            <a:softEdge rad="317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9CBAC0A-55B6-4BBD-9C8A-0312FD200B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7680" y="1002083"/>
            <a:ext cx="11216640" cy="2426917"/>
          </a:xfrm>
        </p:spPr>
        <p:txBody>
          <a:bodyPr anchor="b" anchorCtr="0">
            <a:noAutofit/>
          </a:bodyPr>
          <a:lstStyle>
            <a:lvl1pPr marL="0" indent="0" algn="ctr">
              <a:buNone/>
              <a:defRPr sz="3733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79D6834-D149-40C7-98C4-9694CB8C3A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7680" y="3718145"/>
            <a:ext cx="11216640" cy="2060356"/>
          </a:xfrm>
        </p:spPr>
        <p:txBody>
          <a:bodyPr>
            <a:noAutofit/>
          </a:bodyPr>
          <a:lstStyle>
            <a:lvl1pPr marL="0" indent="0" algn="ctr">
              <a:buNone/>
              <a:defRPr sz="2400" b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37967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5957" y="864000"/>
            <a:ext cx="5256948" cy="5301851"/>
          </a:xfrm>
        </p:spPr>
        <p:txBody>
          <a:bodyPr/>
          <a:lstStyle>
            <a:lvl1pPr>
              <a:buSzPct val="95000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93135" y="864000"/>
            <a:ext cx="6226149" cy="5301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629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- number li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5957" y="864000"/>
            <a:ext cx="5256948" cy="5301851"/>
          </a:xfrm>
        </p:spPr>
        <p:txBody>
          <a:bodyPr/>
          <a:lstStyle>
            <a:lvl1pPr marL="239994" indent="-239994">
              <a:buFont typeface="+mj-lt"/>
              <a:buAutoNum type="arabicPeriod"/>
              <a:defRPr/>
            </a:lvl1pPr>
            <a:lvl2pPr marL="479988" indent="-239994">
              <a:buFont typeface="+mj-lt"/>
              <a:buAutoNum type="alphaLcPeriod"/>
              <a:defRPr/>
            </a:lvl2pPr>
            <a:lvl3pPr marL="671983" indent="-191995">
              <a:buFont typeface="+mj-lt"/>
              <a:buAutoNum type="romanLcPeriod"/>
              <a:defRPr/>
            </a:lvl3pPr>
            <a:lvl4pPr marL="911977" indent="-191995">
              <a:buFont typeface="+mj-lt"/>
              <a:buAutoNum type="romanLcPeriod"/>
              <a:defRPr/>
            </a:lvl4pPr>
            <a:lvl5pPr marL="1055974" indent="-143996">
              <a:buFont typeface="+mj-lt"/>
              <a:buAutoNum type="romanL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93135" y="864000"/>
            <a:ext cx="6226149" cy="5301851"/>
          </a:xfrm>
        </p:spPr>
        <p:txBody>
          <a:bodyPr/>
          <a:lstStyle>
            <a:lvl1pPr marL="239994" indent="-239994">
              <a:buSzPct val="100000"/>
              <a:buFont typeface="+mj-lt"/>
              <a:buAutoNum type="arabicPeriod"/>
              <a:defRPr/>
            </a:lvl1pPr>
            <a:lvl2pPr marL="479988" indent="-239994">
              <a:buFont typeface="+mj-lt"/>
              <a:buAutoNum type="alphaLcPeriod"/>
              <a:defRPr/>
            </a:lvl2pPr>
            <a:lvl3pPr marL="671983" indent="-191995">
              <a:buFont typeface="+mj-lt"/>
              <a:buAutoNum type="romanLcPeriod"/>
              <a:defRPr/>
            </a:lvl3pPr>
            <a:lvl4pPr marL="911977" indent="-191995">
              <a:buFont typeface="+mj-lt"/>
              <a:buAutoNum type="romanLcPeriod"/>
              <a:defRPr/>
            </a:lvl4pPr>
            <a:lvl5pPr marL="1055974" indent="-143996">
              <a:buFont typeface="+mj-lt"/>
              <a:buAutoNum type="romanL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04850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5957" y="864000"/>
            <a:ext cx="5256948" cy="5301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2EAE3B0-59F3-470A-BF59-64535518C7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83251" y="864000"/>
            <a:ext cx="6508749" cy="530185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78568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Un hombre con una tabla de surf en la orilla de una camioneta&#10;&#10;Descripción generada automáticamente con confianza baja">
            <a:extLst>
              <a:ext uri="{FF2B5EF4-FFF2-40B4-BE49-F238E27FC236}">
                <a16:creationId xmlns:a16="http://schemas.microsoft.com/office/drawing/2014/main" id="{0D35D49F-C6CE-AE9B-D6C9-E119306A12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5421" y="351694"/>
            <a:ext cx="3376247" cy="88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118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1E3845B-1740-4DB6-97F8-367EC2E10DE8}"/>
              </a:ext>
            </a:extLst>
          </p:cNvPr>
          <p:cNvSpPr/>
          <p:nvPr/>
        </p:nvSpPr>
        <p:spPr>
          <a:xfrm>
            <a:off x="1" y="-1"/>
            <a:ext cx="12192000" cy="9371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967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o 6" hidden="1">
            <a:extLst>
              <a:ext uri="{FF2B5EF4-FFF2-40B4-BE49-F238E27FC236}">
                <a16:creationId xmlns:a16="http://schemas.microsoft.com/office/drawing/2014/main" id="{6B19E0E1-B1ED-771C-C60B-94D7F1D39A4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2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3" imgW="422" imgH="423" progId="TCLayout.ActiveDocument.1">
                  <p:embed/>
                </p:oleObj>
              </mc:Choice>
              <mc:Fallback>
                <p:oleObj name="Diapositiva de think-cell" r:id="rId13" imgW="422" imgH="423" progId="TCLayout.ActiveDocument.1">
                  <p:embed/>
                  <p:pic>
                    <p:nvPicPr>
                      <p:cNvPr id="7" name="Objeto 6" hidden="1">
                        <a:extLst>
                          <a:ext uri="{FF2B5EF4-FFF2-40B4-BE49-F238E27FC236}">
                            <a16:creationId xmlns:a16="http://schemas.microsoft.com/office/drawing/2014/main" id="{6B19E0E1-B1ED-771C-C60B-94D7F1D39A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96D6596-022B-415D-AAA8-329A54231D69}"/>
              </a:ext>
            </a:extLst>
          </p:cNvPr>
          <p:cNvCxnSpPr>
            <a:cxnSpLocks/>
          </p:cNvCxnSpPr>
          <p:nvPr/>
        </p:nvCxnSpPr>
        <p:spPr bwMode="black">
          <a:xfrm>
            <a:off x="0" y="720000"/>
            <a:ext cx="12192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00BFE82-E70E-4C1C-B239-7825DC4EB633}"/>
              </a:ext>
            </a:extLst>
          </p:cNvPr>
          <p:cNvSpPr/>
          <p:nvPr/>
        </p:nvSpPr>
        <p:spPr bwMode="white">
          <a:xfrm>
            <a:off x="0" y="0"/>
            <a:ext cx="12192000" cy="72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55956" y="143730"/>
            <a:ext cx="11663328" cy="547527"/>
          </a:xfrm>
          <a:prstGeom prst="rect">
            <a:avLst/>
          </a:prstGeom>
        </p:spPr>
        <p:txBody>
          <a:bodyPr vert="horz" lIns="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5956" y="864000"/>
            <a:ext cx="11663328" cy="5296165"/>
          </a:xfrm>
          <a:prstGeom prst="rect">
            <a:avLst/>
          </a:prstGeom>
        </p:spPr>
        <p:txBody>
          <a:bodyPr vert="horz" lIns="45720" tIns="73152" rIns="4572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C2FB9A-9000-4AD5-822F-38482757BEA7}"/>
              </a:ext>
            </a:extLst>
          </p:cNvPr>
          <p:cNvSpPr txBox="1"/>
          <p:nvPr/>
        </p:nvSpPr>
        <p:spPr>
          <a:xfrm>
            <a:off x="11190514" y="6464796"/>
            <a:ext cx="728769" cy="297454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fld id="{8EB92688-8440-4905-ACA0-EACBFA8A49E6}" type="slidenum">
              <a:rPr lang="en-US" sz="1333" smtClean="0">
                <a:solidFill>
                  <a:schemeClr val="tx2"/>
                </a:solidFill>
                <a:latin typeface="+mn-lt"/>
              </a:rPr>
              <a:t>‹Nº›</a:t>
            </a:fld>
            <a:endParaRPr lang="en-US" sz="1333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5AE79B-04A5-4947-80A0-DEFA10EE317F}"/>
              </a:ext>
            </a:extLst>
          </p:cNvPr>
          <p:cNvSpPr txBox="1"/>
          <p:nvPr/>
        </p:nvSpPr>
        <p:spPr>
          <a:xfrm>
            <a:off x="6624320" y="6473407"/>
            <a:ext cx="4927600" cy="2974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s-PE" sz="1333" noProof="0" dirty="0">
                <a:solidFill>
                  <a:schemeClr val="tx2"/>
                </a:solidFill>
                <a:latin typeface="+mn-lt"/>
              </a:rPr>
              <a:t>Servicios</a:t>
            </a:r>
            <a:r>
              <a:rPr lang="es-ES" sz="1333" noProof="0" dirty="0">
                <a:solidFill>
                  <a:schemeClr val="tx2"/>
                </a:solidFill>
                <a:latin typeface="+mn-lt"/>
              </a:rPr>
              <a:t> Antamina</a:t>
            </a:r>
            <a:endParaRPr lang="en-US" sz="1333" dirty="0">
              <a:solidFill>
                <a:schemeClr val="tx2"/>
              </a:solidFill>
              <a:latin typeface="+mn-lt"/>
            </a:endParaRPr>
          </a:p>
        </p:txBody>
      </p:sp>
      <p:pic>
        <p:nvPicPr>
          <p:cNvPr id="18" name="Imagen 17"/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4611" y="6264811"/>
            <a:ext cx="2354477" cy="46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894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6162" r:id="rId1"/>
    <p:sldLayoutId id="2147496163" r:id="rId2"/>
    <p:sldLayoutId id="2147496164" r:id="rId3"/>
    <p:sldLayoutId id="2147496165" r:id="rId4"/>
    <p:sldLayoutId id="2147496166" r:id="rId5"/>
    <p:sldLayoutId id="2147496167" r:id="rId6"/>
    <p:sldLayoutId id="2147496168" r:id="rId7"/>
    <p:sldLayoutId id="2147496169" r:id="rId8"/>
    <p:sldLayoutId id="2147496172" r:id="rId9"/>
    <p:sldLayoutId id="2147496170" r:id="rId10"/>
  </p:sldLayoutIdLst>
  <p:hf sldNum="0" hdr="0" ftr="0" dt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2667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39994" indent="-239994" algn="l" defTabSz="119997" rtl="0" eaLnBrk="1" latinLnBrk="0" hangingPunct="1">
        <a:lnSpc>
          <a:spcPct val="100000"/>
        </a:lnSpc>
        <a:spcBef>
          <a:spcPts val="1333"/>
        </a:spcBef>
        <a:spcAft>
          <a:spcPts val="0"/>
        </a:spcAft>
        <a:buSzPct val="95000"/>
        <a:buFont typeface="Arial" panose="020B0604020202020204" pitchFamily="34" charset="0"/>
        <a:buChar char="●"/>
        <a:defRPr sz="1867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79988" indent="-239994" algn="l" defTabSz="119997" rtl="0" eaLnBrk="1" latinLnBrk="0" hangingPunct="1">
        <a:lnSpc>
          <a:spcPct val="90000"/>
        </a:lnSpc>
        <a:spcBef>
          <a:spcPts val="667"/>
        </a:spcBef>
        <a:spcAft>
          <a:spcPts val="0"/>
        </a:spcAft>
        <a:buSzPct val="100000"/>
        <a:buFont typeface="Calibri" panose="020F0502020204030204" pitchFamily="34" charset="0"/>
        <a:buChar char="○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71983" indent="-191995" algn="l" defTabSz="119997" rtl="0" eaLnBrk="1" latinLnBrk="0" hangingPunct="1">
        <a:lnSpc>
          <a:spcPct val="90000"/>
        </a:lnSpc>
        <a:spcBef>
          <a:spcPts val="667"/>
        </a:spcBef>
        <a:spcAft>
          <a:spcPts val="0"/>
        </a:spcAft>
        <a:buSzPct val="100000"/>
        <a:buFont typeface="Wingdings" panose="05000000000000000000" pitchFamily="2" charset="2"/>
        <a:buChar char="§"/>
        <a:defRPr sz="1467" kern="1200">
          <a:solidFill>
            <a:schemeClr val="tx1"/>
          </a:solidFill>
          <a:latin typeface="+mn-lt"/>
          <a:ea typeface="+mn-ea"/>
          <a:cs typeface="+mn-cs"/>
        </a:defRPr>
      </a:lvl3pPr>
      <a:lvl4pPr marL="911977" indent="-191995" algn="l" defTabSz="119997" rtl="0" eaLnBrk="1" latinLnBrk="0" hangingPunct="1">
        <a:lnSpc>
          <a:spcPct val="90000"/>
        </a:lnSpc>
        <a:spcBef>
          <a:spcPts val="667"/>
        </a:spcBef>
        <a:spcAft>
          <a:spcPts val="0"/>
        </a:spcAft>
        <a:buSzPct val="100000"/>
        <a:buFont typeface="Arial" panose="020B0604020202020204" pitchFamily="34" charset="0"/>
        <a:buChar char="›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055974" indent="-143996" algn="l" defTabSz="119997" rtl="0" eaLnBrk="1" latinLnBrk="0" hangingPunct="1">
        <a:lnSpc>
          <a:spcPct val="90000"/>
        </a:lnSpc>
        <a:spcBef>
          <a:spcPts val="667"/>
        </a:spcBef>
        <a:buFont typeface="Arial Narrow" panose="020B060602020203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29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38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7826314E-691D-8DC4-36EC-B1D4D1F61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4324" y="3429000"/>
            <a:ext cx="9293611" cy="1201870"/>
          </a:xfrm>
        </p:spPr>
        <p:txBody>
          <a:bodyPr/>
          <a:lstStyle/>
          <a:p>
            <a:r>
              <a:rPr lang="es-ES" sz="2800" dirty="0"/>
              <a:t>Fuel </a:t>
            </a:r>
            <a:r>
              <a:rPr lang="es-ES" sz="2800" dirty="0" err="1"/>
              <a:t>System</a:t>
            </a:r>
            <a:br>
              <a:rPr lang="es-ES" sz="2800" dirty="0"/>
            </a:br>
            <a:endParaRPr lang="es-ES" sz="2800" dirty="0"/>
          </a:p>
        </p:txBody>
      </p:sp>
      <p:sp>
        <p:nvSpPr>
          <p:cNvPr id="8" name="Subtítulo 7">
            <a:extLst>
              <a:ext uri="{FF2B5EF4-FFF2-40B4-BE49-F238E27FC236}">
                <a16:creationId xmlns:a16="http://schemas.microsoft.com/office/drawing/2014/main" id="{5C33931D-D2E1-C3F7-CEE4-7C73991CFE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04324" y="2781311"/>
            <a:ext cx="8687570" cy="1087469"/>
          </a:xfrm>
        </p:spPr>
        <p:txBody>
          <a:bodyPr vert="horz" lIns="0" tIns="73152" rIns="45720" bIns="45720" rtlCol="0" anchor="t">
            <a:noAutofit/>
          </a:bodyPr>
          <a:lstStyle/>
          <a:p>
            <a:r>
              <a:rPr lang="es-ES" dirty="0"/>
              <a:t>Fuel </a:t>
            </a:r>
            <a:r>
              <a:rPr lang="es-ES" dirty="0" err="1"/>
              <a:t>Tank</a:t>
            </a:r>
            <a:r>
              <a:rPr lang="es-ES" dirty="0"/>
              <a:t> Project</a:t>
            </a:r>
          </a:p>
        </p:txBody>
      </p:sp>
      <p:sp>
        <p:nvSpPr>
          <p:cNvPr id="5" name="Subtítulo 7">
            <a:extLst>
              <a:ext uri="{FF2B5EF4-FFF2-40B4-BE49-F238E27FC236}">
                <a16:creationId xmlns:a16="http://schemas.microsoft.com/office/drawing/2014/main" id="{D88625F6-E7E9-A588-8039-C0B8F0E48EA9}"/>
              </a:ext>
            </a:extLst>
          </p:cNvPr>
          <p:cNvSpPr txBox="1">
            <a:spLocks/>
          </p:cNvSpPr>
          <p:nvPr/>
        </p:nvSpPr>
        <p:spPr>
          <a:xfrm>
            <a:off x="2504324" y="3983181"/>
            <a:ext cx="8687570" cy="545563"/>
          </a:xfrm>
          <a:prstGeom prst="rect">
            <a:avLst/>
          </a:prstGeom>
        </p:spPr>
        <p:txBody>
          <a:bodyPr vert="horz" lIns="0" tIns="73152" rIns="45720" bIns="45720" rtlCol="0" anchor="t">
            <a:noAutofit/>
          </a:bodyPr>
          <a:lstStyle>
            <a:lvl1pPr marL="0" indent="0" algn="l" defTabSz="11999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5000"/>
              <a:buFont typeface="Arial" panose="020B0604020202020204" pitchFamily="34" charset="0"/>
              <a:buNone/>
              <a:defRPr sz="3200" b="1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09585" indent="0" algn="ctr" defTabSz="119997" rtl="0" eaLnBrk="1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ct val="100000"/>
              <a:buFont typeface="Calibri" panose="020F0502020204030204" pitchFamily="34" charset="0"/>
              <a:buNone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indent="0" algn="ctr" defTabSz="119997" rtl="0" eaLnBrk="1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indent="0" algn="ctr" defTabSz="119997" rtl="0" eaLnBrk="1" latinLnBrk="0" hangingPunct="1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SzPct val="100000"/>
              <a:buFont typeface="Arial" panose="020B0604020202020204" pitchFamily="34" charset="0"/>
              <a:buNone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indent="0" algn="ctr" defTabSz="119997" rtl="0" eaLnBrk="1" latinLnBrk="0" hangingPunct="1">
              <a:lnSpc>
                <a:spcPct val="90000"/>
              </a:lnSpc>
              <a:spcBef>
                <a:spcPts val="667"/>
              </a:spcBef>
              <a:buFont typeface="Arial Narrow" panose="020B0606020202030204" pitchFamily="34" charset="0"/>
              <a:buNone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indent="0" algn="ctr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None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indent="0" algn="ctr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None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indent="0" algn="ctr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None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indent="0" algn="ctr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 panose="020B0604020202020204" pitchFamily="34" charset="0"/>
              <a:buNone/>
              <a:defRPr sz="21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000" dirty="0"/>
              <a:t>PSG EDT</a:t>
            </a:r>
          </a:p>
        </p:txBody>
      </p:sp>
    </p:spTree>
    <p:extLst>
      <p:ext uri="{BB962C8B-B14F-4D97-AF65-F5344CB8AC3E}">
        <p14:creationId xmlns:p14="http://schemas.microsoft.com/office/powerpoint/2010/main" val="3535144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1DE31052-3C4D-73C8-83B1-37A232E03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55" y="101193"/>
            <a:ext cx="11150877" cy="547527"/>
          </a:xfrm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9pPr>
          </a:lstStyle>
          <a:p>
            <a:r>
              <a:rPr lang="es-PE" sz="2400" dirty="0">
                <a:solidFill>
                  <a:schemeClr val="bg1"/>
                </a:solidFill>
              </a:rPr>
              <a:t>Fuel </a:t>
            </a:r>
            <a:r>
              <a:rPr lang="es-PE" sz="2400" dirty="0" err="1">
                <a:solidFill>
                  <a:schemeClr val="bg1"/>
                </a:solidFill>
              </a:rPr>
              <a:t>Tank</a:t>
            </a:r>
            <a:r>
              <a:rPr lang="es-PE" sz="2400" dirty="0">
                <a:solidFill>
                  <a:schemeClr val="bg1"/>
                </a:solidFill>
              </a:rPr>
              <a:t> Project – </a:t>
            </a:r>
            <a:r>
              <a:rPr lang="es-PE" sz="2400" dirty="0" err="1">
                <a:solidFill>
                  <a:schemeClr val="bg1"/>
                </a:solidFill>
              </a:rPr>
              <a:t>Proposal</a:t>
            </a:r>
            <a:endParaRPr lang="es-PE" sz="2400" dirty="0">
              <a:solidFill>
                <a:schemeClr val="bg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964AB94-4248-F2E0-9422-BBE9255BE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9871" y="1622786"/>
            <a:ext cx="3657089" cy="364981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931A6829-566C-C56D-E1EB-11B355E89E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138" y="1693328"/>
            <a:ext cx="6504928" cy="3471343"/>
          </a:xfrm>
          <a:prstGeom prst="rect">
            <a:avLst/>
          </a:prstGeom>
        </p:spPr>
      </p:pic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06E0BD02-1012-85C8-DFD0-94EAC727E8D9}"/>
              </a:ext>
            </a:extLst>
          </p:cNvPr>
          <p:cNvCxnSpPr>
            <a:cxnSpLocks/>
          </p:cNvCxnSpPr>
          <p:nvPr/>
        </p:nvCxnSpPr>
        <p:spPr>
          <a:xfrm>
            <a:off x="6608064" y="2749296"/>
            <a:ext cx="0" cy="914400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0C199F02-4AB6-40C2-D201-4860851CC427}"/>
              </a:ext>
            </a:extLst>
          </p:cNvPr>
          <p:cNvCxnSpPr>
            <a:cxnSpLocks/>
          </p:cNvCxnSpPr>
          <p:nvPr/>
        </p:nvCxnSpPr>
        <p:spPr>
          <a:xfrm flipH="1">
            <a:off x="6449568" y="3663696"/>
            <a:ext cx="158496" cy="0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540C2D6C-3816-5933-2D43-E1D3C68428C1}"/>
              </a:ext>
            </a:extLst>
          </p:cNvPr>
          <p:cNvCxnSpPr>
            <a:cxnSpLocks/>
          </p:cNvCxnSpPr>
          <p:nvPr/>
        </p:nvCxnSpPr>
        <p:spPr>
          <a:xfrm>
            <a:off x="8955024" y="2700528"/>
            <a:ext cx="0" cy="1591056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F447E988-C566-4353-5F5E-C729E0A07710}"/>
              </a:ext>
            </a:extLst>
          </p:cNvPr>
          <p:cNvCxnSpPr>
            <a:cxnSpLocks/>
          </p:cNvCxnSpPr>
          <p:nvPr/>
        </p:nvCxnSpPr>
        <p:spPr>
          <a:xfrm flipH="1">
            <a:off x="8955024" y="2703576"/>
            <a:ext cx="280416" cy="0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2506F123-054D-050F-ED48-C44B5F0CCF30}"/>
              </a:ext>
            </a:extLst>
          </p:cNvPr>
          <p:cNvCxnSpPr>
            <a:cxnSpLocks/>
          </p:cNvCxnSpPr>
          <p:nvPr/>
        </p:nvCxnSpPr>
        <p:spPr>
          <a:xfrm>
            <a:off x="5632704" y="2946400"/>
            <a:ext cx="0" cy="717296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716B633B-907B-AAEE-E6C4-0E7B5EE21AF0}"/>
              </a:ext>
            </a:extLst>
          </p:cNvPr>
          <p:cNvCxnSpPr>
            <a:cxnSpLocks/>
          </p:cNvCxnSpPr>
          <p:nvPr/>
        </p:nvCxnSpPr>
        <p:spPr>
          <a:xfrm flipH="1">
            <a:off x="5632704" y="3659632"/>
            <a:ext cx="280416" cy="0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40498F7A-25DB-E037-FE04-DF98C465256F}"/>
              </a:ext>
            </a:extLst>
          </p:cNvPr>
          <p:cNvCxnSpPr>
            <a:cxnSpLocks/>
          </p:cNvCxnSpPr>
          <p:nvPr/>
        </p:nvCxnSpPr>
        <p:spPr>
          <a:xfrm flipH="1">
            <a:off x="5632704" y="2700528"/>
            <a:ext cx="168656" cy="329184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8998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84068-B694-7907-D93A-19ECCB1E8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B810A1C-D7FB-A3AA-31E3-17D277C46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55" y="101193"/>
            <a:ext cx="11150877" cy="547527"/>
          </a:xfrm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9pPr>
          </a:lstStyle>
          <a:p>
            <a:r>
              <a:rPr lang="es-PE" sz="2400" dirty="0">
                <a:solidFill>
                  <a:schemeClr val="bg1"/>
                </a:solidFill>
              </a:rPr>
              <a:t>Fuel </a:t>
            </a:r>
            <a:r>
              <a:rPr lang="es-PE" sz="2400" dirty="0" err="1">
                <a:solidFill>
                  <a:schemeClr val="bg1"/>
                </a:solidFill>
              </a:rPr>
              <a:t>Tank</a:t>
            </a:r>
            <a:r>
              <a:rPr lang="es-PE" sz="2400" dirty="0">
                <a:solidFill>
                  <a:schemeClr val="bg1"/>
                </a:solidFill>
              </a:rPr>
              <a:t> Project – </a:t>
            </a:r>
            <a:r>
              <a:rPr lang="es-PE" sz="2400" dirty="0" err="1">
                <a:solidFill>
                  <a:schemeClr val="bg1"/>
                </a:solidFill>
              </a:rPr>
              <a:t>Proposal</a:t>
            </a:r>
            <a:endParaRPr lang="es-PE" sz="2400" dirty="0">
              <a:solidFill>
                <a:schemeClr val="bg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BF0853A-3E15-34C2-DA14-29D484E67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9871" y="1622786"/>
            <a:ext cx="3657089" cy="364981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FEF83B1-5130-5256-3D78-E05E8BDBC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138" y="1693328"/>
            <a:ext cx="6504928" cy="3471343"/>
          </a:xfrm>
          <a:prstGeom prst="rect">
            <a:avLst/>
          </a:prstGeom>
        </p:spPr>
      </p:pic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893172BD-F332-6F71-F7D8-CBE6A89B3A22}"/>
              </a:ext>
            </a:extLst>
          </p:cNvPr>
          <p:cNvCxnSpPr>
            <a:cxnSpLocks/>
          </p:cNvCxnSpPr>
          <p:nvPr/>
        </p:nvCxnSpPr>
        <p:spPr>
          <a:xfrm>
            <a:off x="5815584" y="3659632"/>
            <a:ext cx="0" cy="359664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36A3068B-663F-9B30-86A1-E5006A807F2A}"/>
              </a:ext>
            </a:extLst>
          </p:cNvPr>
          <p:cNvCxnSpPr>
            <a:cxnSpLocks/>
          </p:cNvCxnSpPr>
          <p:nvPr/>
        </p:nvCxnSpPr>
        <p:spPr>
          <a:xfrm flipH="1">
            <a:off x="5815584" y="4019296"/>
            <a:ext cx="585216" cy="0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56AD9DA4-2EE6-4A05-326B-7B51533C249C}"/>
              </a:ext>
            </a:extLst>
          </p:cNvPr>
          <p:cNvCxnSpPr>
            <a:cxnSpLocks/>
          </p:cNvCxnSpPr>
          <p:nvPr/>
        </p:nvCxnSpPr>
        <p:spPr>
          <a:xfrm>
            <a:off x="8955024" y="2700528"/>
            <a:ext cx="0" cy="1591056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1E7681B5-63BA-5DEE-8088-87D7F90556CA}"/>
              </a:ext>
            </a:extLst>
          </p:cNvPr>
          <p:cNvCxnSpPr>
            <a:cxnSpLocks/>
          </p:cNvCxnSpPr>
          <p:nvPr/>
        </p:nvCxnSpPr>
        <p:spPr>
          <a:xfrm flipH="1">
            <a:off x="8955024" y="2703576"/>
            <a:ext cx="280416" cy="0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6A85A7F-5FB0-2A83-942D-196F15270CA9}"/>
              </a:ext>
            </a:extLst>
          </p:cNvPr>
          <p:cNvCxnSpPr>
            <a:cxnSpLocks/>
          </p:cNvCxnSpPr>
          <p:nvPr/>
        </p:nvCxnSpPr>
        <p:spPr>
          <a:xfrm>
            <a:off x="5632704" y="2946400"/>
            <a:ext cx="0" cy="717296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98B32F85-1FD2-9106-352C-9E37DE8E36C0}"/>
              </a:ext>
            </a:extLst>
          </p:cNvPr>
          <p:cNvCxnSpPr>
            <a:cxnSpLocks/>
          </p:cNvCxnSpPr>
          <p:nvPr/>
        </p:nvCxnSpPr>
        <p:spPr>
          <a:xfrm flipH="1">
            <a:off x="5632704" y="3659632"/>
            <a:ext cx="280416" cy="0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F7C2A901-A623-3331-3703-DB8921EB71BF}"/>
              </a:ext>
            </a:extLst>
          </p:cNvPr>
          <p:cNvCxnSpPr>
            <a:cxnSpLocks/>
          </p:cNvCxnSpPr>
          <p:nvPr/>
        </p:nvCxnSpPr>
        <p:spPr>
          <a:xfrm flipH="1">
            <a:off x="5632704" y="2700528"/>
            <a:ext cx="168656" cy="329184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7E672177-F1E9-6B0F-AEAA-A5C8A33DB73D}"/>
              </a:ext>
            </a:extLst>
          </p:cNvPr>
          <p:cNvCxnSpPr>
            <a:cxnSpLocks/>
          </p:cNvCxnSpPr>
          <p:nvPr/>
        </p:nvCxnSpPr>
        <p:spPr>
          <a:xfrm>
            <a:off x="6415024" y="3659632"/>
            <a:ext cx="0" cy="359664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1816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07FF1-BD1F-13E3-BE3E-EAECFB714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B6041B1D-89D2-63CE-F73A-74B067A62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55" y="101193"/>
            <a:ext cx="11150877" cy="547527"/>
          </a:xfrm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9pPr>
          </a:lstStyle>
          <a:p>
            <a:r>
              <a:rPr lang="es-PE" sz="2400" dirty="0">
                <a:solidFill>
                  <a:schemeClr val="bg1"/>
                </a:solidFill>
              </a:rPr>
              <a:t>Fuel </a:t>
            </a:r>
            <a:r>
              <a:rPr lang="es-PE" sz="2400" dirty="0" err="1">
                <a:solidFill>
                  <a:schemeClr val="bg1"/>
                </a:solidFill>
              </a:rPr>
              <a:t>Tank</a:t>
            </a:r>
            <a:r>
              <a:rPr lang="es-PE" sz="2400" dirty="0">
                <a:solidFill>
                  <a:schemeClr val="bg1"/>
                </a:solidFill>
              </a:rPr>
              <a:t> Project – </a:t>
            </a:r>
            <a:r>
              <a:rPr lang="es-PE" sz="2400" dirty="0" err="1">
                <a:solidFill>
                  <a:schemeClr val="bg1"/>
                </a:solidFill>
              </a:rPr>
              <a:t>Inspection</a:t>
            </a:r>
            <a:r>
              <a:rPr lang="es-PE" sz="2400" dirty="0">
                <a:solidFill>
                  <a:schemeClr val="bg1"/>
                </a:solidFill>
              </a:rPr>
              <a:t> </a:t>
            </a:r>
            <a:r>
              <a:rPr lang="es-PE" sz="2400" dirty="0" err="1">
                <a:solidFill>
                  <a:schemeClr val="bg1"/>
                </a:solidFill>
              </a:rPr>
              <a:t>on</a:t>
            </a:r>
            <a:r>
              <a:rPr lang="es-PE" sz="2400" dirty="0">
                <a:solidFill>
                  <a:schemeClr val="bg1"/>
                </a:solidFill>
              </a:rPr>
              <a:t> Field ( </a:t>
            </a:r>
            <a:r>
              <a:rPr lang="es-PE" sz="2400" dirty="0" err="1">
                <a:solidFill>
                  <a:schemeClr val="bg1"/>
                </a:solidFill>
              </a:rPr>
              <a:t>Clearance</a:t>
            </a:r>
            <a:r>
              <a:rPr lang="es-PE" sz="2400" dirty="0">
                <a:solidFill>
                  <a:schemeClr val="bg1"/>
                </a:solidFill>
              </a:rPr>
              <a:t> </a:t>
            </a:r>
            <a:r>
              <a:rPr lang="es-PE" sz="2400" dirty="0" err="1">
                <a:solidFill>
                  <a:schemeClr val="bg1"/>
                </a:solidFill>
              </a:rPr>
              <a:t>without</a:t>
            </a:r>
            <a:r>
              <a:rPr lang="es-PE" sz="2400" dirty="0">
                <a:solidFill>
                  <a:schemeClr val="bg1"/>
                </a:solidFill>
              </a:rPr>
              <a:t> </a:t>
            </a:r>
            <a:r>
              <a:rPr lang="es-PE" sz="2400" dirty="0" err="1">
                <a:solidFill>
                  <a:schemeClr val="bg1"/>
                </a:solidFill>
              </a:rPr>
              <a:t>modification</a:t>
            </a:r>
            <a:r>
              <a:rPr lang="es-PE" sz="2400" dirty="0">
                <a:solidFill>
                  <a:schemeClr val="bg1"/>
                </a:solidFill>
              </a:rPr>
              <a:t>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AC93899-5697-E277-A905-BDFE88153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956" y="1189328"/>
            <a:ext cx="11482276" cy="4761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680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F62E8-5D39-4526-32BD-B516A9D52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3195D6F5-B312-1635-ACAC-F56C92A2C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55" y="101193"/>
            <a:ext cx="11150877" cy="547527"/>
          </a:xfrm>
        </p:spPr>
        <p:txBody>
          <a:bodyPr/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1pPr>
            <a:lvl2pPr marL="60958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2pPr>
            <a:lvl3pPr marL="121917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3pPr>
            <a:lvl4pPr marL="1828754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4pPr>
            <a:lvl5pPr marL="2438339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+mn-ea"/>
                <a:cs typeface="+mn-cs"/>
              </a:defRPr>
            </a:lvl9pPr>
          </a:lstStyle>
          <a:p>
            <a:r>
              <a:rPr lang="es-PE" sz="2400" dirty="0">
                <a:solidFill>
                  <a:schemeClr val="bg1"/>
                </a:solidFill>
              </a:rPr>
              <a:t>Fuel </a:t>
            </a:r>
            <a:r>
              <a:rPr lang="es-PE" sz="2400" dirty="0" err="1">
                <a:solidFill>
                  <a:schemeClr val="bg1"/>
                </a:solidFill>
              </a:rPr>
              <a:t>Tank</a:t>
            </a:r>
            <a:r>
              <a:rPr lang="es-PE" sz="2400" dirty="0">
                <a:solidFill>
                  <a:schemeClr val="bg1"/>
                </a:solidFill>
              </a:rPr>
              <a:t> Project – </a:t>
            </a:r>
            <a:r>
              <a:rPr lang="es-PE" sz="2400" dirty="0" err="1">
                <a:solidFill>
                  <a:schemeClr val="bg1"/>
                </a:solidFill>
              </a:rPr>
              <a:t>Inspection</a:t>
            </a:r>
            <a:r>
              <a:rPr lang="es-PE" sz="2400" dirty="0">
                <a:solidFill>
                  <a:schemeClr val="bg1"/>
                </a:solidFill>
              </a:rPr>
              <a:t> </a:t>
            </a:r>
            <a:r>
              <a:rPr lang="es-PE" sz="2400" dirty="0" err="1">
                <a:solidFill>
                  <a:schemeClr val="bg1"/>
                </a:solidFill>
              </a:rPr>
              <a:t>on</a:t>
            </a:r>
            <a:r>
              <a:rPr lang="es-PE" sz="2400" dirty="0">
                <a:solidFill>
                  <a:schemeClr val="bg1"/>
                </a:solidFill>
              </a:rPr>
              <a:t> Field(( </a:t>
            </a:r>
            <a:r>
              <a:rPr lang="es-PE" sz="2400" dirty="0" err="1">
                <a:solidFill>
                  <a:schemeClr val="bg1"/>
                </a:solidFill>
              </a:rPr>
              <a:t>Clearance</a:t>
            </a:r>
            <a:r>
              <a:rPr lang="es-PE" sz="2400" dirty="0">
                <a:solidFill>
                  <a:schemeClr val="bg1"/>
                </a:solidFill>
              </a:rPr>
              <a:t> </a:t>
            </a:r>
            <a:r>
              <a:rPr lang="es-PE" sz="2400" dirty="0" err="1">
                <a:solidFill>
                  <a:schemeClr val="bg1"/>
                </a:solidFill>
              </a:rPr>
              <a:t>with</a:t>
            </a:r>
            <a:r>
              <a:rPr lang="es-PE" sz="2400" dirty="0">
                <a:solidFill>
                  <a:schemeClr val="bg1"/>
                </a:solidFill>
              </a:rPr>
              <a:t> </a:t>
            </a:r>
            <a:r>
              <a:rPr lang="es-PE" sz="2400" dirty="0" err="1">
                <a:solidFill>
                  <a:schemeClr val="bg1"/>
                </a:solidFill>
              </a:rPr>
              <a:t>modification</a:t>
            </a:r>
            <a:r>
              <a:rPr lang="es-PE" sz="2400" dirty="0">
                <a:solidFill>
                  <a:schemeClr val="bg1"/>
                </a:solidFill>
              </a:rPr>
              <a:t>)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9950182-A179-0D56-D75D-6818E07B6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77" y="1173079"/>
            <a:ext cx="9112597" cy="477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978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B0AEF2-C00E-5223-695B-816BBE771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4500D5FA-9399-BF6F-6D64-3DDF1EB18F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0" y="107962"/>
            <a:ext cx="10625328" cy="6642075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77AE76B-A7E3-34BD-DEA8-E1F99C18677C}"/>
              </a:ext>
            </a:extLst>
          </p:cNvPr>
          <p:cNvCxnSpPr>
            <a:cxnSpLocks/>
          </p:cNvCxnSpPr>
          <p:nvPr/>
        </p:nvCxnSpPr>
        <p:spPr>
          <a:xfrm>
            <a:off x="5693664" y="2861056"/>
            <a:ext cx="0" cy="1782064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822E793B-42C4-CBBC-76B4-ABED6014140F}"/>
              </a:ext>
            </a:extLst>
          </p:cNvPr>
          <p:cNvCxnSpPr>
            <a:cxnSpLocks/>
          </p:cNvCxnSpPr>
          <p:nvPr/>
        </p:nvCxnSpPr>
        <p:spPr>
          <a:xfrm>
            <a:off x="5697728" y="2861056"/>
            <a:ext cx="398272" cy="0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CEF5CE66-2D4A-BE34-E8E6-84085D290504}"/>
              </a:ext>
            </a:extLst>
          </p:cNvPr>
          <p:cNvCxnSpPr>
            <a:cxnSpLocks/>
          </p:cNvCxnSpPr>
          <p:nvPr/>
        </p:nvCxnSpPr>
        <p:spPr>
          <a:xfrm>
            <a:off x="5677408" y="4643120"/>
            <a:ext cx="418592" cy="0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D547C398-2D56-CF79-803B-5F64826F9A72}"/>
              </a:ext>
            </a:extLst>
          </p:cNvPr>
          <p:cNvCxnSpPr>
            <a:cxnSpLocks/>
          </p:cNvCxnSpPr>
          <p:nvPr/>
        </p:nvCxnSpPr>
        <p:spPr>
          <a:xfrm flipH="1">
            <a:off x="7014464" y="2932176"/>
            <a:ext cx="341376" cy="0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A74BF374-9D9C-FFAC-C027-38B189E332BF}"/>
              </a:ext>
            </a:extLst>
          </p:cNvPr>
          <p:cNvCxnSpPr>
            <a:cxnSpLocks/>
          </p:cNvCxnSpPr>
          <p:nvPr/>
        </p:nvCxnSpPr>
        <p:spPr>
          <a:xfrm>
            <a:off x="7355840" y="2937256"/>
            <a:ext cx="0" cy="491744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7A9C6C64-10A0-3B1C-E629-93212D3ED875}"/>
              </a:ext>
            </a:extLst>
          </p:cNvPr>
          <p:cNvCxnSpPr>
            <a:cxnSpLocks/>
          </p:cNvCxnSpPr>
          <p:nvPr/>
        </p:nvCxnSpPr>
        <p:spPr>
          <a:xfrm flipH="1">
            <a:off x="7014464" y="3429000"/>
            <a:ext cx="341376" cy="259080"/>
          </a:xfrm>
          <a:prstGeom prst="line">
            <a:avLst/>
          </a:prstGeom>
          <a:ln w="38100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3676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438388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Confidential">
  <a:themeElements>
    <a:clrScheme name="Komatsu20">
      <a:dk1>
        <a:srgbClr val="1B232A"/>
      </a:dk1>
      <a:lt1>
        <a:sysClr val="window" lastClr="FFFFFF"/>
      </a:lt1>
      <a:dk2>
        <a:srgbClr val="140A9A"/>
      </a:dk2>
      <a:lt2>
        <a:srgbClr val="F37021"/>
      </a:lt2>
      <a:accent1>
        <a:srgbClr val="A5ABAF"/>
      </a:accent1>
      <a:accent2>
        <a:srgbClr val="FFC82F"/>
      </a:accent2>
      <a:accent3>
        <a:srgbClr val="99CCFF"/>
      </a:accent3>
      <a:accent4>
        <a:srgbClr val="EE3124"/>
      </a:accent4>
      <a:accent5>
        <a:srgbClr val="00A7E1"/>
      </a:accent5>
      <a:accent6>
        <a:srgbClr val="2BB673"/>
      </a:accent6>
      <a:hlink>
        <a:srgbClr val="00A7E1"/>
      </a:hlink>
      <a:folHlink>
        <a:srgbClr val="A5ABA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350" dirty="0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orpC01" id="{9010CFD3-49CD-45E0-986E-E16736EB8EB5}" vid="{BB5025AC-FC97-4560-9FDE-907D3290DFAC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d125930-f03f-49b7-ac33-0344228cca3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5CD8BE97756B4E939431A09F5E280E" ma:contentTypeVersion="17" ma:contentTypeDescription="Crear nuevo documento." ma:contentTypeScope="" ma:versionID="3e5dfb7630b00610f126b1362fd3324a">
  <xsd:schema xmlns:xsd="http://www.w3.org/2001/XMLSchema" xmlns:xs="http://www.w3.org/2001/XMLSchema" xmlns:p="http://schemas.microsoft.com/office/2006/metadata/properties" xmlns:ns3="0ec31505-69e9-4079-895a-f26397717f24" xmlns:ns4="5d125930-f03f-49b7-ac33-0344228cca33" targetNamespace="http://schemas.microsoft.com/office/2006/metadata/properties" ma:root="true" ma:fieldsID="1869729c774536a6835df1e7e56ff002" ns3:_="" ns4:_="">
    <xsd:import namespace="0ec31505-69e9-4079-895a-f26397717f24"/>
    <xsd:import namespace="5d125930-f03f-49b7-ac33-0344228cca33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ingHintHash" minOccurs="0"/>
                <xsd:element ref="ns3:SharedWithDetails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Location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SearchProperties" minOccurs="0"/>
                <xsd:element ref="ns4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c31505-69e9-4079-895a-f26397717f2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9" nillable="true" ma:displayName="Hash de la sugerencia para compartir" ma:hidden="true" ma:internalName="SharingHintHash" ma:readOnly="true">
      <xsd:simpleType>
        <xsd:restriction base="dms:Text"/>
      </xsd:simpleType>
    </xsd:element>
    <xsd:element name="SharedWithDetails" ma:index="10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125930-f03f-49b7-ac33-0344228cca3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B983DC1-49C3-44FD-BDC8-FCA259947D8F}">
  <ds:schemaRefs>
    <ds:schemaRef ds:uri="http://purl.org/dc/terms/"/>
    <ds:schemaRef ds:uri="http://purl.org/dc/elements/1.1/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5d125930-f03f-49b7-ac33-0344228cca33"/>
    <ds:schemaRef ds:uri="0ec31505-69e9-4079-895a-f26397717f24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2206A892-4E90-4545-9883-8512BD7CC30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EF8BB88-D8E1-47B5-A8AA-F9F0A7C21B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c31505-69e9-4079-895a-f26397717f24"/>
    <ds:schemaRef ds:uri="5d125930-f03f-49b7-ac33-0344228cca3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807307b4-6a4c-4b3d-97fd-7c78330bba23}" enabled="0" method="" siteId="{807307b4-6a4c-4b3d-97fd-7c78330bba2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6499</TotalTime>
  <Words>50</Words>
  <Application>Microsoft Office PowerPoint</Application>
  <PresentationFormat>Panorámica</PresentationFormat>
  <Paragraphs>13</Paragraphs>
  <Slides>7</Slides>
  <Notes>4</Notes>
  <HiddenSlides>0</HiddenSlides>
  <MMClips>0</MMClips>
  <ScaleCrop>false</ScaleCrop>
  <HeadingPairs>
    <vt:vector size="8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Aptos</vt:lpstr>
      <vt:lpstr>Arial</vt:lpstr>
      <vt:lpstr>Arial Narrow</vt:lpstr>
      <vt:lpstr>Calibri</vt:lpstr>
      <vt:lpstr>Wingdings</vt:lpstr>
      <vt:lpstr>2_Confidential</vt:lpstr>
      <vt:lpstr>Diapositiva de think-cell</vt:lpstr>
      <vt:lpstr>Fuel System </vt:lpstr>
      <vt:lpstr>Fuel Tank Project – Proposal</vt:lpstr>
      <vt:lpstr>Fuel Tank Project – Proposal</vt:lpstr>
      <vt:lpstr>Fuel Tank Project – Inspection on Field ( Clearance without modification)</vt:lpstr>
      <vt:lpstr>Fuel Tank Project – Inspection on Field(( Clearance with modification)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Reporte de intervención en taller</dc:title>
  <dc:creator>Edgard Sotelo Mariños</dc:creator>
  <cp:lastModifiedBy>Raul Perez Gomez</cp:lastModifiedBy>
  <cp:revision>96</cp:revision>
  <dcterms:created xsi:type="dcterms:W3CDTF">2024-06-03T04:16:42Z</dcterms:created>
  <dcterms:modified xsi:type="dcterms:W3CDTF">2026-09-04T19:10:17Z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0x010100015CD8BE97756B4E939431A09F5E280E</vt:lpwstr>
  </property>
</Properties>
</file>