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6161" r:id="rId4"/>
  </p:sldMasterIdLst>
  <p:notesMasterIdLst>
    <p:notesMasterId r:id="rId10"/>
  </p:notesMasterIdLst>
  <p:handoutMasterIdLst>
    <p:handoutMasterId r:id="rId11"/>
  </p:handoutMasterIdLst>
  <p:sldIdLst>
    <p:sldId id="257" r:id="rId5"/>
    <p:sldId id="2141" r:id="rId6"/>
    <p:sldId id="2142" r:id="rId7"/>
    <p:sldId id="2143" r:id="rId8"/>
    <p:sldId id="2133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39" autoAdjust="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l Perez" userId="ffc09acbcedd941c" providerId="LiveId" clId="{FFD8C534-C5EE-45A8-915F-5A6E23399F82}"/>
    <pc:docChg chg="modSld">
      <pc:chgData name="Raul Perez" userId="ffc09acbcedd941c" providerId="LiveId" clId="{FFD8C534-C5EE-45A8-915F-5A6E23399F82}" dt="2026-07-14T20:28:17.177" v="11" actId="20577"/>
      <pc:docMkLst>
        <pc:docMk/>
      </pc:docMkLst>
      <pc:sldChg chg="modNotesTx">
        <pc:chgData name="Raul Perez" userId="ffc09acbcedd941c" providerId="LiveId" clId="{FFD8C534-C5EE-45A8-915F-5A6E23399F82}" dt="2026-07-14T20:28:17.177" v="11" actId="20577"/>
        <pc:sldMkLst>
          <pc:docMk/>
          <pc:sldMk cId="2108998048" sldId="214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67744A-8F59-82FF-F80D-FE85E3AB0F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13EFD0-2947-6A89-A8EA-3C62404AEF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00DA1-8BF7-4F51-A5DA-888228B82EFA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762C72-821D-8E34-DB32-3BE46C5850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15827C-1985-037B-CD52-300F60C39A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C221D-11DA-4914-A67E-0BACD156C7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5139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54FCD-88AC-4B16-BB16-3778F415FB37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D5488-DB44-4E06-B0F3-718EEB1D3B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645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1585 galones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918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AC6C-E15C-AAB8-08C1-184449EB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A70DDD-BF50-93EE-B449-1711A281D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ED56BC-68F0-5955-85C2-C8DEA917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F30F80-233A-FB94-F991-AB6282379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593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9DB2-0D20-63F6-0440-218C366C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A98D18-AC4F-F588-B91C-0AA69B46D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BC974E-8F50-E740-A22A-26FF7966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E14-ABC2-531F-6AFF-D1CE264FA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16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06452" y="2417481"/>
            <a:ext cx="8479931" cy="1869640"/>
          </a:xfrm>
        </p:spPr>
        <p:txBody>
          <a:bodyPr anchor="t" anchorCtr="0">
            <a:noAutofit/>
          </a:bodyPr>
          <a:lstStyle>
            <a:lvl1pPr algn="l">
              <a:defRPr sz="4267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6452" y="4287122"/>
            <a:ext cx="8479931" cy="796863"/>
          </a:xfrm>
        </p:spPr>
        <p:txBody>
          <a:bodyPr l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1" baseline="0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24766A-65AA-400C-8EF5-033BEAC2E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6452" y="5084233"/>
            <a:ext cx="4331928" cy="795867"/>
          </a:xfrm>
        </p:spPr>
        <p:txBody>
          <a:bodyPr lIns="3600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buNone/>
              <a:defRPr sz="1600"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568" y="5990832"/>
            <a:ext cx="2354477" cy="46281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572" y="355924"/>
            <a:ext cx="4586189" cy="13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2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46305"/>
            <a:ext cx="11667744" cy="547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864000"/>
            <a:ext cx="11667744" cy="5301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76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46305"/>
            <a:ext cx="11667744" cy="547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864000"/>
            <a:ext cx="11667744" cy="5301851"/>
          </a:xfrm>
        </p:spPr>
        <p:txBody>
          <a:bodyPr/>
          <a:lstStyle>
            <a:lvl1pPr marL="239994" indent="-239994">
              <a:buSzPct val="100000"/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479988" indent="-239994">
              <a:buFont typeface="+mj-lt"/>
              <a:buAutoNum type="alphaLcPeriod"/>
              <a:defRPr>
                <a:solidFill>
                  <a:schemeClr val="tx1"/>
                </a:solidFill>
              </a:defRPr>
            </a:lvl2pPr>
            <a:lvl3pPr marL="671983" indent="-191995">
              <a:buFont typeface="+mj-lt"/>
              <a:buAutoNum type="romanLcPeriod"/>
              <a:defRPr>
                <a:solidFill>
                  <a:schemeClr val="tx1"/>
                </a:solidFill>
              </a:defRPr>
            </a:lvl3pPr>
            <a:lvl4pPr marL="911977" indent="-191995">
              <a:buFont typeface="+mj-lt"/>
              <a:buAutoNum type="romanLcPeriod"/>
              <a:defRPr>
                <a:solidFill>
                  <a:schemeClr val="tx1"/>
                </a:solidFill>
              </a:defRPr>
            </a:lvl4pPr>
            <a:lvl5pPr marL="1055974" indent="-143996">
              <a:buFont typeface="+mj-lt"/>
              <a:buAutoNum type="romanL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123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3"/>
            <a:ext cx="11197883" cy="2426917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 sz="3733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197883" cy="2060356"/>
          </a:xfrm>
        </p:spPr>
        <p:txBody>
          <a:bodyPr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456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F54CF-8A67-48CE-83B8-57E84A3612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33114"/>
            <a:ext cx="12192000" cy="54327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47AFF7-DB9F-4565-8DA3-2FC02AFC07A3}"/>
              </a:ext>
            </a:extLst>
          </p:cNvPr>
          <p:cNvSpPr/>
          <p:nvPr/>
        </p:nvSpPr>
        <p:spPr>
          <a:xfrm>
            <a:off x="487680" y="1620034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BC936-8B3D-4D5C-91BF-60560E3FA9EC}"/>
              </a:ext>
            </a:extLst>
          </p:cNvPr>
          <p:cNvSpPr/>
          <p:nvPr/>
        </p:nvSpPr>
        <p:spPr>
          <a:xfrm>
            <a:off x="487680" y="1465360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3"/>
            <a:ext cx="11216640" cy="2426917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 sz="3733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216640" cy="2060356"/>
          </a:xfrm>
        </p:spPr>
        <p:txBody>
          <a:bodyPr>
            <a:noAutofit/>
          </a:bodyPr>
          <a:lstStyle>
            <a:lvl1pPr marL="0" indent="0" algn="ctr">
              <a:buNone/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796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>
            <a:lvl1pPr>
              <a:buSzPct val="95000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864000"/>
            <a:ext cx="6226149" cy="5301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62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>
            <a:lvl1pPr marL="239994" indent="-239994">
              <a:buFont typeface="+mj-lt"/>
              <a:buAutoNum type="arabicPeriod"/>
              <a:defRPr/>
            </a:lvl1pPr>
            <a:lvl2pPr marL="479988" indent="-239994">
              <a:buFont typeface="+mj-lt"/>
              <a:buAutoNum type="alphaLcPeriod"/>
              <a:defRPr/>
            </a:lvl2pPr>
            <a:lvl3pPr marL="671983" indent="-191995">
              <a:buFont typeface="+mj-lt"/>
              <a:buAutoNum type="romanLcPeriod"/>
              <a:defRPr/>
            </a:lvl3pPr>
            <a:lvl4pPr marL="911977" indent="-191995">
              <a:buFont typeface="+mj-lt"/>
              <a:buAutoNum type="romanLcPeriod"/>
              <a:defRPr/>
            </a:lvl4pPr>
            <a:lvl5pPr marL="1055974" indent="-143996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864000"/>
            <a:ext cx="6226149" cy="5301851"/>
          </a:xfrm>
        </p:spPr>
        <p:txBody>
          <a:bodyPr/>
          <a:lstStyle>
            <a:lvl1pPr marL="239994" indent="-239994">
              <a:buSzPct val="100000"/>
              <a:buFont typeface="+mj-lt"/>
              <a:buAutoNum type="arabicPeriod"/>
              <a:defRPr/>
            </a:lvl1pPr>
            <a:lvl2pPr marL="479988" indent="-239994">
              <a:buFont typeface="+mj-lt"/>
              <a:buAutoNum type="alphaLcPeriod"/>
              <a:defRPr/>
            </a:lvl2pPr>
            <a:lvl3pPr marL="671983" indent="-191995">
              <a:buFont typeface="+mj-lt"/>
              <a:buAutoNum type="romanLcPeriod"/>
              <a:defRPr/>
            </a:lvl3pPr>
            <a:lvl4pPr marL="911977" indent="-191995">
              <a:buFont typeface="+mj-lt"/>
              <a:buAutoNum type="romanLcPeriod"/>
              <a:defRPr/>
            </a:lvl4pPr>
            <a:lvl5pPr marL="1055974" indent="-143996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485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2EAE3B0-59F3-470A-BF59-64535518C7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83251" y="864000"/>
            <a:ext cx="6508749" cy="53018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7856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hombre con una tabla de surf en la orilla de una camioneta&#10;&#10;Descripción generada automáticamente con confianza baja">
            <a:extLst>
              <a:ext uri="{FF2B5EF4-FFF2-40B4-BE49-F238E27FC236}">
                <a16:creationId xmlns:a16="http://schemas.microsoft.com/office/drawing/2014/main" id="{0D35D49F-C6CE-AE9B-D6C9-E119306A1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421" y="351694"/>
            <a:ext cx="3376247" cy="88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E3845B-1740-4DB6-97F8-367EC2E10DE8}"/>
              </a:ext>
            </a:extLst>
          </p:cNvPr>
          <p:cNvSpPr/>
          <p:nvPr/>
        </p:nvSpPr>
        <p:spPr>
          <a:xfrm>
            <a:off x="1" y="-1"/>
            <a:ext cx="12192000" cy="93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6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B19E0E1-B1ED-771C-C60B-94D7F1D39A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3" imgW="422" imgH="423" progId="TCLayout.ActiveDocument.1">
                  <p:embed/>
                </p:oleObj>
              </mc:Choice>
              <mc:Fallback>
                <p:oleObj name="Diapositiva de think-cell" r:id="rId13" imgW="422" imgH="423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B19E0E1-B1ED-771C-C60B-94D7F1D39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6D6596-022B-415D-AAA8-329A54231D69}"/>
              </a:ext>
            </a:extLst>
          </p:cNvPr>
          <p:cNvCxnSpPr>
            <a:cxnSpLocks/>
          </p:cNvCxnSpPr>
          <p:nvPr/>
        </p:nvCxnSpPr>
        <p:spPr bwMode="black">
          <a:xfrm>
            <a:off x="0" y="720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00BFE82-E70E-4C1C-B239-7825DC4EB633}"/>
              </a:ext>
            </a:extLst>
          </p:cNvPr>
          <p:cNvSpPr/>
          <p:nvPr/>
        </p:nvSpPr>
        <p:spPr bwMode="white">
          <a:xfrm>
            <a:off x="0" y="0"/>
            <a:ext cx="12192000" cy="7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55956" y="143730"/>
            <a:ext cx="11663328" cy="5475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56" y="864000"/>
            <a:ext cx="11663328" cy="5296165"/>
          </a:xfrm>
          <a:prstGeom prst="rect">
            <a:avLst/>
          </a:prstGeom>
        </p:spPr>
        <p:txBody>
          <a:bodyPr vert="horz" lIns="45720" tIns="73152" rIns="4572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2FB9A-9000-4AD5-822F-38482757BEA7}"/>
              </a:ext>
            </a:extLst>
          </p:cNvPr>
          <p:cNvSpPr txBox="1"/>
          <p:nvPr/>
        </p:nvSpPr>
        <p:spPr>
          <a:xfrm>
            <a:off x="11190514" y="6464796"/>
            <a:ext cx="728769" cy="2974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8EB92688-8440-4905-ACA0-EACBFA8A49E6}" type="slidenum">
              <a:rPr lang="en-US" sz="1333" smtClean="0">
                <a:solidFill>
                  <a:schemeClr val="tx2"/>
                </a:solidFill>
                <a:latin typeface="+mn-lt"/>
              </a:rPr>
              <a:t>‹Nº›</a:t>
            </a:fld>
            <a:endParaRPr lang="en-US" sz="1333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AE79B-04A5-4947-80A0-DEFA10EE317F}"/>
              </a:ext>
            </a:extLst>
          </p:cNvPr>
          <p:cNvSpPr txBox="1"/>
          <p:nvPr/>
        </p:nvSpPr>
        <p:spPr>
          <a:xfrm>
            <a:off x="6624320" y="6473407"/>
            <a:ext cx="4927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PE" sz="1333" noProof="0" dirty="0">
                <a:solidFill>
                  <a:schemeClr val="tx2"/>
                </a:solidFill>
                <a:latin typeface="+mn-lt"/>
              </a:rPr>
              <a:t>Servicios</a:t>
            </a:r>
            <a:r>
              <a:rPr lang="es-ES" sz="1333" noProof="0" dirty="0">
                <a:solidFill>
                  <a:schemeClr val="tx2"/>
                </a:solidFill>
                <a:latin typeface="+mn-lt"/>
              </a:rPr>
              <a:t> Antamina</a:t>
            </a:r>
            <a:endParaRPr lang="en-US" sz="1333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611" y="6264811"/>
            <a:ext cx="2354477" cy="46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9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6162" r:id="rId1"/>
    <p:sldLayoutId id="2147496163" r:id="rId2"/>
    <p:sldLayoutId id="2147496164" r:id="rId3"/>
    <p:sldLayoutId id="2147496165" r:id="rId4"/>
    <p:sldLayoutId id="2147496166" r:id="rId5"/>
    <p:sldLayoutId id="2147496167" r:id="rId6"/>
    <p:sldLayoutId id="2147496168" r:id="rId7"/>
    <p:sldLayoutId id="2147496169" r:id="rId8"/>
    <p:sldLayoutId id="2147496172" r:id="rId9"/>
    <p:sldLayoutId id="2147496170" r:id="rId10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9994" indent="-239994" algn="l" defTabSz="119997" rtl="0" eaLnBrk="1" latinLnBrk="0" hangingPunct="1">
        <a:lnSpc>
          <a:spcPct val="100000"/>
        </a:lnSpc>
        <a:spcBef>
          <a:spcPts val="1333"/>
        </a:spcBef>
        <a:spcAft>
          <a:spcPts val="0"/>
        </a:spcAft>
        <a:buSzPct val="95000"/>
        <a:buFont typeface="Arial" panose="020B0604020202020204" pitchFamily="34" charset="0"/>
        <a:buChar char="●"/>
        <a:defRPr sz="186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Calibri" panose="020F0502020204030204" pitchFamily="34" charset="0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71983" indent="-191995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911977" indent="-191995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anose="020B0604020202020204" pitchFamily="34" charset="0"/>
        <a:buChar char="›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055974" indent="-143996" algn="l" defTabSz="119997" rtl="0" eaLnBrk="1" latinLnBrk="0" hangingPunct="1">
        <a:lnSpc>
          <a:spcPct val="90000"/>
        </a:lnSpc>
        <a:spcBef>
          <a:spcPts val="667"/>
        </a:spcBef>
        <a:buFont typeface="Arial Narrow" panose="020B060602020203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826314E-691D-8DC4-36EC-B1D4D1F61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4324" y="3429000"/>
            <a:ext cx="9293611" cy="1201870"/>
          </a:xfrm>
        </p:spPr>
        <p:txBody>
          <a:bodyPr/>
          <a:lstStyle/>
          <a:p>
            <a:r>
              <a:rPr lang="es-ES" sz="2800" dirty="0"/>
              <a:t>Fuel </a:t>
            </a:r>
            <a:r>
              <a:rPr lang="es-ES" sz="2800" dirty="0" err="1"/>
              <a:t>System</a:t>
            </a:r>
            <a:br>
              <a:rPr lang="es-ES" sz="2800" dirty="0"/>
            </a:br>
            <a:endParaRPr lang="es-ES" sz="2800" dirty="0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5C33931D-D2E1-C3F7-CEE4-7C73991C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324" y="2781311"/>
            <a:ext cx="8687570" cy="1087469"/>
          </a:xfrm>
        </p:spPr>
        <p:txBody>
          <a:bodyPr vert="horz" lIns="0" tIns="73152" rIns="45720" bIns="45720" rtlCol="0" anchor="t">
            <a:noAutofit/>
          </a:bodyPr>
          <a:lstStyle/>
          <a:p>
            <a:r>
              <a:rPr lang="es-ES" dirty="0"/>
              <a:t>Fuel </a:t>
            </a:r>
            <a:r>
              <a:rPr lang="es-ES" dirty="0" err="1"/>
              <a:t>Tank</a:t>
            </a:r>
            <a:r>
              <a:rPr lang="es-ES" dirty="0"/>
              <a:t> Project</a:t>
            </a:r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D88625F6-E7E9-A588-8039-C0B8F0E48EA9}"/>
              </a:ext>
            </a:extLst>
          </p:cNvPr>
          <p:cNvSpPr txBox="1">
            <a:spLocks/>
          </p:cNvSpPr>
          <p:nvPr/>
        </p:nvSpPr>
        <p:spPr>
          <a:xfrm>
            <a:off x="2504324" y="3983181"/>
            <a:ext cx="8687570" cy="545563"/>
          </a:xfrm>
          <a:prstGeom prst="rect">
            <a:avLst/>
          </a:prstGeom>
        </p:spPr>
        <p:txBody>
          <a:bodyPr vert="horz" lIns="0" tIns="73152" rIns="45720" bIns="45720" rtlCol="0" anchor="t">
            <a:noAutofit/>
          </a:bodyPr>
          <a:lstStyle>
            <a:lvl1pPr marL="0" indent="0" algn="l" defTabSz="11999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Font typeface="Arial" panose="020B0604020202020204" pitchFamily="34" charset="0"/>
              <a:buNone/>
              <a:defRPr sz="32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09585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buFont typeface="Arial Narrow" panose="020B060602020203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PSG EDT</a:t>
            </a:r>
          </a:p>
        </p:txBody>
      </p:sp>
    </p:spTree>
    <p:extLst>
      <p:ext uri="{BB962C8B-B14F-4D97-AF65-F5344CB8AC3E}">
        <p14:creationId xmlns:p14="http://schemas.microsoft.com/office/powerpoint/2010/main" val="353514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DE31052-3C4D-73C8-83B1-37A232E0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Proposal</a:t>
            </a:r>
            <a:endParaRPr lang="es-PE" sz="24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64AB94-4248-F2E0-9422-BBE9255BE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871" y="1622786"/>
            <a:ext cx="3657089" cy="36498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1A6829-566C-C56D-E1EB-11B355E89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38" y="1693328"/>
            <a:ext cx="6504928" cy="347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9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7FF1-BD1F-13E3-BE3E-EAECFB71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B6041B1D-89D2-63CE-F73A-74B067A6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Inspection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on</a:t>
            </a:r>
            <a:r>
              <a:rPr lang="es-PE" sz="2400" dirty="0">
                <a:solidFill>
                  <a:schemeClr val="bg1"/>
                </a:solidFill>
              </a:rPr>
              <a:t> Field ( </a:t>
            </a:r>
            <a:r>
              <a:rPr lang="es-PE" sz="2400" dirty="0" err="1">
                <a:solidFill>
                  <a:schemeClr val="bg1"/>
                </a:solidFill>
              </a:rPr>
              <a:t>Clearance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without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modification</a:t>
            </a:r>
            <a:r>
              <a:rPr lang="es-PE" sz="24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C93899-5697-E277-A905-BDFE8815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6" y="1189328"/>
            <a:ext cx="11482276" cy="476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62E8-5D39-4526-32BD-B516A9D5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3195D6F5-B312-1635-ACAC-F56C92A2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Inspection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on</a:t>
            </a:r>
            <a:r>
              <a:rPr lang="es-PE" sz="2400" dirty="0">
                <a:solidFill>
                  <a:schemeClr val="bg1"/>
                </a:solidFill>
              </a:rPr>
              <a:t> Field(( </a:t>
            </a:r>
            <a:r>
              <a:rPr lang="es-PE" sz="2400" dirty="0" err="1">
                <a:solidFill>
                  <a:schemeClr val="bg1"/>
                </a:solidFill>
              </a:rPr>
              <a:t>Clearance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with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modification</a:t>
            </a:r>
            <a:r>
              <a:rPr lang="es-PE" sz="24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950182-A179-0D56-D75D-6818E07B6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77" y="1173079"/>
            <a:ext cx="9112597" cy="47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383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onfidential">
  <a:themeElements>
    <a:clrScheme name="Komatsu20">
      <a:dk1>
        <a:srgbClr val="1B232A"/>
      </a:dk1>
      <a:lt1>
        <a:sysClr val="window" lastClr="FFFFFF"/>
      </a:lt1>
      <a:dk2>
        <a:srgbClr val="140A9A"/>
      </a:dk2>
      <a:lt2>
        <a:srgbClr val="F37021"/>
      </a:lt2>
      <a:accent1>
        <a:srgbClr val="A5ABAF"/>
      </a:accent1>
      <a:accent2>
        <a:srgbClr val="FFC82F"/>
      </a:accent2>
      <a:accent3>
        <a:srgbClr val="99CCFF"/>
      </a:accent3>
      <a:accent4>
        <a:srgbClr val="EE3124"/>
      </a:accent4>
      <a:accent5>
        <a:srgbClr val="00A7E1"/>
      </a:accent5>
      <a:accent6>
        <a:srgbClr val="2BB673"/>
      </a:accent6>
      <a:hlink>
        <a:srgbClr val="00A7E1"/>
      </a:hlink>
      <a:folHlink>
        <a:srgbClr val="A5AB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35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rpC01" id="{9010CFD3-49CD-45E0-986E-E16736EB8EB5}" vid="{BB5025AC-FC97-4560-9FDE-907D3290DFA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125930-f03f-49b7-ac33-0344228cca3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5CD8BE97756B4E939431A09F5E280E" ma:contentTypeVersion="17" ma:contentTypeDescription="Crear nuevo documento." ma:contentTypeScope="" ma:versionID="3e5dfb7630b00610f126b1362fd3324a">
  <xsd:schema xmlns:xsd="http://www.w3.org/2001/XMLSchema" xmlns:xs="http://www.w3.org/2001/XMLSchema" xmlns:p="http://schemas.microsoft.com/office/2006/metadata/properties" xmlns:ns3="0ec31505-69e9-4079-895a-f26397717f24" xmlns:ns4="5d125930-f03f-49b7-ac33-0344228cca33" targetNamespace="http://schemas.microsoft.com/office/2006/metadata/properties" ma:root="true" ma:fieldsID="1869729c774536a6835df1e7e56ff002" ns3:_="" ns4:_="">
    <xsd:import namespace="0ec31505-69e9-4079-895a-f26397717f24"/>
    <xsd:import namespace="5d125930-f03f-49b7-ac33-0344228cca3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31505-69e9-4079-895a-f26397717f2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Hash de la sugerencia para compartir" ma:hidden="true" ma:internalName="SharingHintHash" ma:readOnly="true">
      <xsd:simpleType>
        <xsd:restriction base="dms:Text"/>
      </xsd:simple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25930-f03f-49b7-ac33-0344228cca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983DC1-49C3-44FD-BDC8-FCA259947D8F}">
  <ds:schemaRefs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d125930-f03f-49b7-ac33-0344228cca33"/>
    <ds:schemaRef ds:uri="0ec31505-69e9-4079-895a-f26397717f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206A892-4E90-4545-9883-8512BD7CC3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8BB88-D8E1-47B5-A8AA-F9F0A7C21B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c31505-69e9-4079-895a-f26397717f24"/>
    <ds:schemaRef ds:uri="5d125930-f03f-49b7-ac33-0344228cca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07307b4-6a4c-4b3d-97fd-7c78330bba23}" enabled="0" method="" siteId="{807307b4-6a4c-4b3d-97fd-7c78330bba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5970</TotalTime>
  <Words>42</Words>
  <Application>Microsoft Office PowerPoint</Application>
  <PresentationFormat>Panorámica</PresentationFormat>
  <Paragraphs>10</Paragraphs>
  <Slides>5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Arial Narrow</vt:lpstr>
      <vt:lpstr>Calibri</vt:lpstr>
      <vt:lpstr>Wingdings</vt:lpstr>
      <vt:lpstr>2_Confidential</vt:lpstr>
      <vt:lpstr>Diapositiva de think-cell</vt:lpstr>
      <vt:lpstr>Fuel System </vt:lpstr>
      <vt:lpstr>Fuel Tank Project – Proposal</vt:lpstr>
      <vt:lpstr>Fuel Tank Project – Inspection on Field ( Clearance without modification)</vt:lpstr>
      <vt:lpstr>Fuel Tank Project – Inspection on Field(( Clearance with modification)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intervención en taller</dc:title>
  <dc:creator>Edgard Sotelo Mariños</dc:creator>
  <cp:lastModifiedBy>Raul Perez Gomez</cp:lastModifiedBy>
  <cp:revision>95</cp:revision>
  <dcterms:created xsi:type="dcterms:W3CDTF">2024-06-03T04:16:42Z</dcterms:created>
  <dcterms:modified xsi:type="dcterms:W3CDTF">2026-07-14T20:28:19Z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0x010100015CD8BE97756B4E939431A09F5E280E</vt:lpwstr>
  </property>
</Properties>
</file>